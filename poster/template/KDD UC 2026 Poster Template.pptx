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7159850" cx="334803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005">
          <p15:clr>
            <a:srgbClr val="9AA0A6"/>
          </p15:clr>
        </p15:guide>
        <p15:guide id="2" pos="20741">
          <p15:clr>
            <a:srgbClr val="9AA0A6"/>
          </p15:clr>
        </p15:guide>
        <p15:guide id="3" pos="10420">
          <p15:clr>
            <a:srgbClr val="9AA0A6"/>
          </p15:clr>
        </p15:guide>
        <p15:guide id="4" pos="10670">
          <p15:clr>
            <a:srgbClr val="9AA0A6"/>
          </p15:clr>
        </p15:guide>
        <p15:guide id="5" pos="10545">
          <p15:clr>
            <a:srgbClr val="FF0000"/>
          </p15:clr>
        </p15:guide>
        <p15:guide id="6" pos="1389">
          <p15:clr>
            <a:srgbClr val="9AA0A6"/>
          </p15:clr>
        </p15:guide>
        <p15:guide id="7" orient="horz" pos="1313">
          <p15:clr>
            <a:srgbClr val="747775"/>
          </p15:clr>
        </p15:guide>
      </p15:sldGuideLst>
    </p:ext>
    <p:ext uri="GoogleSlidesCustomDataVersion2">
      <go:slidesCustomData xmlns:go="http://customooxmlschemas.google.com/" r:id="rId7" roundtripDataSignature="AMtx7mi1IWCS91WX3nrqG0p1WlhPviuD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05"/>
        <p:guide pos="20741"/>
        <p:guide pos="10420"/>
        <p:guide pos="10670"/>
        <p:guide pos="10545"/>
        <p:guide pos="1389"/>
        <p:guide pos="13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1388" y="685800"/>
            <a:ext cx="2435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212975" y="685800"/>
            <a:ext cx="24320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511074" y="7718268"/>
            <a:ext cx="28458818" cy="16418994"/>
          </a:xfrm>
          <a:prstGeom prst="rect">
            <a:avLst/>
          </a:prstGeom>
          <a:noFill/>
          <a:ln>
            <a:noFill/>
          </a:ln>
        </p:spPr>
        <p:txBody>
          <a:bodyPr anchorCtr="0" anchor="b" bIns="32450" lIns="64925" spcFirstLastPara="1" rIns="64925" wrap="square" tIns="324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0"/>
              <a:buFont typeface="Calibri"/>
              <a:buNone/>
              <a:defRPr sz="2196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185122" y="24770499"/>
            <a:ext cx="25110722" cy="11386515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lvl="0" algn="ctr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8723"/>
            </a:lvl1pPr>
            <a:lvl2pPr lvl="1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7321"/>
            </a:lvl2pPr>
            <a:lvl3pPr lvl="2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6542"/>
            </a:lvl3pPr>
            <a:lvl4pPr lvl="3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4pPr>
            <a:lvl5pPr lvl="4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5pPr>
            <a:lvl6pPr lvl="5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6pPr>
            <a:lvl7pPr lvl="6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7pPr>
            <a:lvl8pPr lvl="7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8pPr>
            <a:lvl9pPr lvl="8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301818" y="12554461"/>
            <a:ext cx="28877330" cy="29923365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284382" y="11757539"/>
            <a:ext cx="28877330" cy="19617742"/>
          </a:xfrm>
          <a:prstGeom prst="rect">
            <a:avLst/>
          </a:prstGeom>
          <a:noFill/>
          <a:ln>
            <a:noFill/>
          </a:ln>
        </p:spPr>
        <p:txBody>
          <a:bodyPr anchorCtr="0" anchor="b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0"/>
              <a:buFont typeface="Calibri"/>
              <a:buNone/>
              <a:defRPr sz="2196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284382" y="31560836"/>
            <a:ext cx="28877330" cy="10316371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8723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7321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6542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301818" y="12554461"/>
            <a:ext cx="14229409" cy="29923365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6949743" y="12554461"/>
            <a:ext cx="14229409" cy="29923365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30617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2306181" y="11561025"/>
            <a:ext cx="14164119" cy="566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2450" lIns="64925" spcFirstLastPara="1" rIns="64925" wrap="square" tIns="32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1" sz="8723"/>
            </a:lvl1pPr>
            <a:lvl2pPr indent="-22860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b="1" sz="7321"/>
            </a:lvl2pPr>
            <a:lvl3pPr indent="-22860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6542"/>
            </a:lvl3pPr>
            <a:lvl4pPr indent="-22860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4pPr>
            <a:lvl5pPr indent="-22860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5pPr>
            <a:lvl6pPr indent="-22860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6pPr>
            <a:lvl7pPr indent="-22860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7pPr>
            <a:lvl8pPr indent="-22860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8pPr>
            <a:lvl9pPr indent="-22860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2306181" y="17226904"/>
            <a:ext cx="14164119" cy="25338103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949748" y="11561025"/>
            <a:ext cx="14233636" cy="5665686"/>
          </a:xfrm>
          <a:prstGeom prst="rect">
            <a:avLst/>
          </a:prstGeom>
          <a:noFill/>
          <a:ln>
            <a:noFill/>
          </a:ln>
        </p:spPr>
        <p:txBody>
          <a:bodyPr anchorCtr="0" anchor="b" bIns="32450" lIns="64925" spcFirstLastPara="1" rIns="64925" wrap="square" tIns="32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b="1" sz="8723"/>
            </a:lvl1pPr>
            <a:lvl2pPr indent="-22860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b="1" sz="7321"/>
            </a:lvl2pPr>
            <a:lvl3pPr indent="-22860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6542"/>
            </a:lvl3pPr>
            <a:lvl4pPr indent="-22860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4pPr>
            <a:lvl5pPr indent="-22860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5pPr>
            <a:lvl6pPr indent="-22860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6pPr>
            <a:lvl7pPr indent="-22860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7pPr>
            <a:lvl8pPr indent="-22860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8pPr>
            <a:lvl9pPr indent="-22860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1" sz="5919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949748" y="17226904"/>
            <a:ext cx="14233636" cy="25338103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306178" y="3144073"/>
            <a:ext cx="10798174" cy="11004254"/>
          </a:xfrm>
          <a:prstGeom prst="rect">
            <a:avLst/>
          </a:prstGeom>
          <a:noFill/>
          <a:ln>
            <a:noFill/>
          </a:ln>
        </p:spPr>
        <p:txBody>
          <a:bodyPr anchorCtr="0" anchor="b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116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4233776" y="6790336"/>
            <a:ext cx="16949972" cy="33515122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7048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1683"/>
            </a:lvl1pPr>
            <a:lvl2pPr indent="-64770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10281"/>
            </a:lvl2pPr>
            <a:lvl3pPr indent="-58420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8723"/>
            </a:lvl3pPr>
            <a:lvl4pPr indent="-5270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4pPr>
            <a:lvl5pPr indent="-5270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5pPr>
            <a:lvl6pPr indent="-5270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6pPr>
            <a:lvl7pPr indent="-5270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7pPr>
            <a:lvl8pPr indent="-5270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8pPr>
            <a:lvl9pPr indent="-5270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2306178" y="14148331"/>
            <a:ext cx="10798174" cy="26211509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1pPr>
            <a:lvl2pPr indent="-22860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985"/>
            </a:lvl2pPr>
            <a:lvl3pPr indent="-22860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362"/>
            </a:lvl3pPr>
            <a:lvl4pPr indent="-22860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4pPr>
            <a:lvl5pPr indent="-22860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5pPr>
            <a:lvl6pPr indent="-22860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6pPr>
            <a:lvl7pPr indent="-22860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7pPr>
            <a:lvl8pPr indent="-22860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8pPr>
            <a:lvl9pPr indent="-22860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2306178" y="3144073"/>
            <a:ext cx="10798174" cy="11004254"/>
          </a:xfrm>
          <a:prstGeom prst="rect">
            <a:avLst/>
          </a:prstGeom>
          <a:noFill/>
          <a:ln>
            <a:noFill/>
          </a:ln>
        </p:spPr>
        <p:txBody>
          <a:bodyPr anchorCtr="0" anchor="b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116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4233776" y="6790336"/>
            <a:ext cx="16949972" cy="3351512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306178" y="14148331"/>
            <a:ext cx="10798174" cy="26211509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1pPr>
            <a:lvl2pPr indent="-22860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985"/>
            </a:lvl2pPr>
            <a:lvl3pPr indent="-22860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362"/>
            </a:lvl3pPr>
            <a:lvl4pPr indent="-22860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4pPr>
            <a:lvl5pPr indent="-22860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5pPr>
            <a:lvl6pPr indent="-22860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6pPr>
            <a:lvl7pPr indent="-22860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7pPr>
            <a:lvl8pPr indent="-22860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8pPr>
            <a:lvl9pPr indent="-22860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778813" y="13077478"/>
            <a:ext cx="29923365" cy="28877330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586257" y="18884815"/>
            <a:ext cx="39966826" cy="7218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7062018" y="11874386"/>
            <a:ext cx="39966826" cy="21239838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indent="-3111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indent="-31115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indent="-31115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1141296" y="4080464"/>
            <a:ext cx="31198169" cy="52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1141296" y="10567118"/>
            <a:ext cx="31198169" cy="313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647700" lvl="0" marL="4572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SzPts val="6600"/>
              <a:buChar char="•"/>
              <a:defRPr/>
            </a:lvl1pPr>
            <a:lvl2pPr indent="-584200" lvl="1" marL="914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5600"/>
              <a:buChar char="•"/>
              <a:defRPr/>
            </a:lvl2pPr>
            <a:lvl3pPr indent="-527050" lvl="2" marL="1371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700"/>
              <a:buChar char="•"/>
              <a:defRPr/>
            </a:lvl3pPr>
            <a:lvl4pPr indent="-495300" lvl="3" marL="1828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4pPr>
            <a:lvl5pPr indent="-495300" lvl="4" marL="22860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5pPr>
            <a:lvl6pPr indent="-495300" lvl="5" marL="2743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6pPr>
            <a:lvl7pPr indent="-495300" lvl="6" marL="32004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7pPr>
            <a:lvl8pPr indent="-495300" lvl="7" marL="3657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8pPr>
            <a:lvl9pPr indent="-495300" lvl="8" marL="41148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31022095" y="42757340"/>
            <a:ext cx="2008952" cy="3609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Calibri"/>
              <a:buNone/>
              <a:defRPr b="0" i="0" sz="10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301818" y="12554461"/>
            <a:ext cx="28877330" cy="29923365"/>
          </a:xfrm>
          <a:prstGeom prst="rect">
            <a:avLst/>
          </a:prstGeom>
          <a:noFill/>
          <a:ln>
            <a:noFill/>
          </a:ln>
        </p:spPr>
        <p:txBody>
          <a:bodyPr anchorCtr="0" anchor="t" bIns="32450" lIns="64925" spcFirstLastPara="1" rIns="64925" wrap="square" tIns="32450">
            <a:normAutofit/>
          </a:bodyPr>
          <a:lstStyle>
            <a:lvl1pPr indent="-647700" lvl="0" marL="457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84200" lvl="1" marL="9144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27050" lvl="2" marL="13716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Arial"/>
              <a:buChar char="•"/>
              <a:defRPr b="0" i="0" sz="4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95300" lvl="3" marL="18288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95300" lvl="4" marL="22860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95300" lvl="5" marL="2743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95300" lvl="6" marL="32004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95300" lvl="7" marL="36576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95300" lvl="8" marL="41148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20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2450" lIns="64925" spcFirstLastPara="1" rIns="64925" wrap="square" tIns="324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b="0" i="0" sz="436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61685" y="24618981"/>
            <a:ext cx="13000316" cy="15841268"/>
          </a:xfrm>
          <a:prstGeom prst="roundRect">
            <a:avLst>
              <a:gd fmla="val 3891" name="adj"/>
            </a:avLst>
          </a:prstGeom>
          <a:solidFill>
            <a:schemeClr val="lt1"/>
          </a:solidFill>
          <a:ln cap="flat" cmpd="sng" w="12700">
            <a:solidFill>
              <a:srgbClr val="5252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201675" lIns="319750" spcFirstLastPara="1" rIns="297200" wrap="square" tIns="201675">
            <a:noAutofit/>
          </a:bodyPr>
          <a:lstStyle/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4545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F3864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633049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1869"/>
              <a:buFont typeface="Arial"/>
              <a:buNone/>
            </a:pPr>
            <a:r>
              <a:t/>
            </a:r>
            <a:endParaRPr b="0" i="0" sz="18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3868399" y="24618979"/>
            <a:ext cx="19148583" cy="15841269"/>
          </a:xfrm>
          <a:prstGeom prst="roundRect">
            <a:avLst>
              <a:gd fmla="val 3891" name="adj"/>
            </a:avLst>
          </a:prstGeom>
          <a:solidFill>
            <a:schemeClr val="lt1"/>
          </a:solidFill>
          <a:ln cap="flat" cmpd="sng" w="12700">
            <a:solidFill>
              <a:srgbClr val="5252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201675" lIns="319750" spcFirstLastPara="1" rIns="297200" wrap="square" tIns="2016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71218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45454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1F3864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633049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1869"/>
              <a:buFont typeface="Arial"/>
              <a:buNone/>
            </a:pPr>
            <a:r>
              <a:t/>
            </a:r>
            <a:endParaRPr b="0" i="0" sz="18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61685" y="15031866"/>
            <a:ext cx="32535226" cy="9228724"/>
          </a:xfrm>
          <a:prstGeom prst="roundRect">
            <a:avLst>
              <a:gd fmla="val 7704" name="adj"/>
            </a:avLst>
          </a:prstGeom>
          <a:solidFill>
            <a:schemeClr val="lt1"/>
          </a:solidFill>
          <a:ln cap="flat" cmpd="sng" w="12700">
            <a:solidFill>
              <a:srgbClr val="5252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203350" lIns="320250" spcFirstLastPara="1" rIns="295125" wrap="square" tIns="2018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rgbClr val="45454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85493" y="590059"/>
            <a:ext cx="33309973" cy="2988458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203350" lIns="406700" spcFirstLastPara="1" rIns="406700" wrap="square" tIns="203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35"/>
              <a:buFont typeface="Arial"/>
              <a:buNone/>
            </a:pPr>
            <a:r>
              <a:t/>
            </a:r>
            <a:endParaRPr b="1" i="0" sz="9035" u="none" cap="none" strike="noStrike">
              <a:solidFill>
                <a:srgbClr val="0000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79"/>
              <a:buFont typeface="Arial"/>
              <a:buNone/>
            </a:pPr>
            <a:r>
              <a:rPr b="1" i="0" lang="en-US" sz="8879" u="none" cap="none" strike="noStrike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Title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23"/>
              <a:buFont typeface="Arial"/>
              <a:buNone/>
            </a:pPr>
            <a:r>
              <a:t/>
            </a:r>
            <a:endParaRPr b="1" i="0" sz="8723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5493" y="3855048"/>
            <a:ext cx="33309973" cy="2340764"/>
          </a:xfrm>
          <a:prstGeom prst="rect">
            <a:avLst/>
          </a:prstGeom>
          <a:noFill/>
          <a:ln>
            <a:noFill/>
          </a:ln>
        </p:spPr>
        <p:txBody>
          <a:bodyPr anchorCtr="0" anchor="t" bIns="62450" lIns="124925" spcFirstLastPara="1" rIns="124925" wrap="square" tIns="62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40"/>
              <a:buFont typeface="Arial"/>
              <a:buNone/>
            </a:pPr>
            <a:r>
              <a:rPr b="0" i="0" lang="en-US" sz="5140" u="none" cap="none" strike="noStrike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Author 1 Name</a:t>
            </a:r>
            <a:r>
              <a:rPr b="0" baseline="30000" i="0" lang="en-US" sz="5140" u="none" cap="none" strike="noStrike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1</a:t>
            </a:r>
            <a:r>
              <a:rPr b="0" i="0" lang="en-US" sz="5140" u="none" cap="none" strike="noStrike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,  Author 2 Name </a:t>
            </a:r>
            <a:r>
              <a:rPr b="0" baseline="30000" i="0" lang="en-US" sz="5140" u="none" cap="none" strike="noStrike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2</a:t>
            </a:r>
            <a:endParaRPr b="0" i="0" sz="5140" u="none" cap="none" strike="noStrike">
              <a:solidFill>
                <a:srgbClr val="434343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rPr b="0" baseline="30000" i="1" lang="en-US" sz="4362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1" lang="en-US" sz="4362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Institution 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rPr b="0" i="1" lang="en-US" sz="4362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baseline="30000" i="1" lang="en-US" sz="4362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1" lang="en-US" sz="4362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Institution 2,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61685" y="7444369"/>
            <a:ext cx="32535226" cy="7279780"/>
          </a:xfrm>
          <a:prstGeom prst="roundRect">
            <a:avLst>
              <a:gd fmla="val 7943" name="adj"/>
            </a:avLst>
          </a:prstGeom>
          <a:solidFill>
            <a:schemeClr val="lt1"/>
          </a:solidFill>
          <a:ln cap="flat" cmpd="sng" w="12700">
            <a:solidFill>
              <a:srgbClr val="5252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203350" lIns="320250" spcFirstLastPara="1" rIns="295125" wrap="square" tIns="20335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t/>
            </a:r>
            <a:endParaRPr b="1" i="0" sz="4985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t/>
            </a:r>
            <a:endParaRPr b="1" i="0" sz="4985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t/>
            </a:r>
            <a:endParaRPr b="1" i="0" sz="4985" u="none" cap="none" strike="noStrike">
              <a:solidFill>
                <a:srgbClr val="130078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3738"/>
              <a:buFont typeface="Arial"/>
              <a:buNone/>
            </a:pPr>
            <a:r>
              <a:t/>
            </a:r>
            <a:endParaRPr b="1" i="0" sz="3738" u="none" cap="none" strike="noStrike">
              <a:solidFill>
                <a:srgbClr val="1300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237893" y="254000"/>
            <a:ext cx="32759017" cy="0"/>
          </a:xfrm>
          <a:prstGeom prst="straightConnector1">
            <a:avLst/>
          </a:prstGeom>
          <a:noFill/>
          <a:ln cap="flat" cmpd="thickThin" w="1333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"/>
          <p:cNvSpPr/>
          <p:nvPr/>
        </p:nvSpPr>
        <p:spPr>
          <a:xfrm>
            <a:off x="461684" y="45157468"/>
            <a:ext cx="32484961" cy="1008458"/>
          </a:xfrm>
          <a:prstGeom prst="roundRect">
            <a:avLst>
              <a:gd fmla="val 7581" name="adj"/>
            </a:avLst>
          </a:prstGeom>
          <a:solidFill>
            <a:schemeClr val="lt1"/>
          </a:solidFill>
          <a:ln cap="flat" cmpd="sng" w="12700">
            <a:solidFill>
              <a:srgbClr val="5252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201675" lIns="320250" spcFirstLastPara="1" rIns="297200" wrap="square" tIns="89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None/>
            </a:pPr>
            <a:r>
              <a:t/>
            </a:r>
            <a:endParaRPr b="0" i="0" sz="23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None/>
            </a:pPr>
            <a:r>
              <a:rPr b="0" i="0" lang="en-US" sz="233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3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461684" y="40818638"/>
            <a:ext cx="32555299" cy="4023660"/>
          </a:xfrm>
          <a:prstGeom prst="roundRect">
            <a:avLst>
              <a:gd fmla="val 7581" name="adj"/>
            </a:avLst>
          </a:prstGeom>
          <a:solidFill>
            <a:schemeClr val="lt1"/>
          </a:solidFill>
          <a:ln cap="flat" cmpd="sng" w="12700">
            <a:solidFill>
              <a:srgbClr val="52525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201675" lIns="320250" spcFirstLastPara="1" rIns="280375" wrap="square" tIns="10330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t/>
            </a:r>
            <a:endParaRPr b="0" i="0" sz="436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None/>
            </a:pPr>
            <a:r>
              <a:t/>
            </a:r>
            <a:endParaRPr b="0" i="0" sz="23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37"/>
              <a:buFont typeface="Arial"/>
              <a:buNone/>
            </a:pPr>
            <a:r>
              <a:t/>
            </a:r>
            <a:endParaRPr b="0" i="0" sz="23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932730" y="7516146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anchorCtr="0" anchor="t" bIns="142400" lIns="142400" spcFirstLastPara="1" rIns="142400" wrap="square" tIns="1424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b="1" i="0" lang="en-US" sz="4985" u="none" cap="none" strike="noStrike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Motivation</a:t>
            </a:r>
            <a:endParaRPr b="0" i="0" sz="102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32730" y="15040458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anchorCtr="0" anchor="t" bIns="142400" lIns="142400" spcFirstLastPara="1" rIns="142400" wrap="square" tIns="1424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b="1" i="0" lang="en-US" sz="4985" u="none" cap="none" strike="noStrike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Method</a:t>
            </a:r>
            <a:endParaRPr b="0" i="0" sz="102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581040" y="1015999"/>
            <a:ext cx="3094476" cy="314782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institution logo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"/>
          <p:cNvCxnSpPr/>
          <p:nvPr/>
        </p:nvCxnSpPr>
        <p:spPr>
          <a:xfrm>
            <a:off x="339493" y="7072924"/>
            <a:ext cx="32759017" cy="0"/>
          </a:xfrm>
          <a:prstGeom prst="straightConnector1">
            <a:avLst/>
          </a:prstGeom>
          <a:noFill/>
          <a:ln cap="flat" cmpd="thickThin" w="13335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"/>
          <p:cNvSpPr txBox="1"/>
          <p:nvPr/>
        </p:nvSpPr>
        <p:spPr>
          <a:xfrm>
            <a:off x="932730" y="24639695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anchorCtr="0" anchor="t" bIns="142400" lIns="142400" spcFirstLastPara="1" rIns="142400" wrap="square" tIns="1424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b="1" i="0" lang="en-US" sz="4985" u="none" cap="none" strike="noStrike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Experiments</a:t>
            </a:r>
            <a:endParaRPr b="0" i="0" sz="102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4329918" y="24668047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anchorCtr="0" anchor="t" bIns="142400" lIns="142400" spcFirstLastPara="1" rIns="142400" wrap="square" tIns="1424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b="1" i="0" lang="en-US" sz="4985" u="none" cap="none" strike="noStrike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Results</a:t>
            </a:r>
            <a:endParaRPr b="0" i="0" sz="102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932730" y="40846990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anchorCtr="0" anchor="t" bIns="142400" lIns="142400" spcFirstLastPara="1" rIns="142400" wrap="square" tIns="1424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b="1" i="0" lang="en-US" sz="4985" u="none" cap="none" strike="noStrike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Conclusions</a:t>
            </a:r>
            <a:endParaRPr b="0" i="0" sz="102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932730" y="45157468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anchorCtr="0" anchor="t" bIns="142400" lIns="142400" spcFirstLastPara="1" rIns="142400" wrap="square" tIns="1424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b="1" i="0" lang="en-US" sz="4985" u="none" cap="none" strike="noStrike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References</a:t>
            </a:r>
            <a:endParaRPr b="0" i="0" sz="102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 flipH="1">
            <a:off x="13362707" y="6055136"/>
            <a:ext cx="695359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1" lang="en-US" sz="4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E-mail First Author</a:t>
            </a:r>
            <a:endParaRPr b="0" i="1" sz="40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" title="KDD-UC26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6725" y="1141713"/>
            <a:ext cx="7459624" cy="18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